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PRD Genie — High-Level Architecture (HLD)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Sequential pipeline with a quality-gated routing stage and a human review checkpoint before generation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444752"/>
            <a:ext cx="1508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Layer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86077"/>
            <a:ext cx="150876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E8EEF6"/>
                </a:solidFill>
              </a:rPr>
              <a:t>Chat input, or transcript / stakeholder-notes file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249424" y="13716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340864" y="1444752"/>
            <a:ext cx="1508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Requirement Extraction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986077"/>
            <a:ext cx="150876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E8EEF6"/>
                </a:solidFill>
              </a:rPr>
              <a:t>Parse, ground on source, separate stated vs. ambiguous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103120" y="1956816"/>
            <a:ext cx="146304" cy="109728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87368" y="13716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178808" y="1444752"/>
            <a:ext cx="1508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Quality Gate &amp; Routing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178808" y="1986077"/>
            <a:ext cx="150876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E8EEF6"/>
                </a:solidFill>
              </a:rPr>
              <a:t>Approved / Ambiguities Found / Empty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941064" y="1956816"/>
            <a:ext cx="146304" cy="109728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5312" y="13716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016752" y="1444752"/>
            <a:ext cx="1508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 Review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16752" y="1986077"/>
            <a:ext cx="150876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E8EEF6"/>
                </a:solidFill>
              </a:rPr>
              <a:t>PM/TPM Approve, Reject, or timeout Fallback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779008" y="1956816"/>
            <a:ext cx="146304" cy="109728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63256" y="13716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854696" y="1444752"/>
            <a:ext cx="1508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PRD &amp; Story Generation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54696" y="1986077"/>
            <a:ext cx="150876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E8EEF6"/>
                </a:solidFill>
              </a:rPr>
              <a:t>PRD Generator → Story Breakdown Agent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616952" y="1956816"/>
            <a:ext cx="146304" cy="109728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13716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92640" y="1444752"/>
            <a:ext cx="1508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Parallel Analysis &amp; Output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1986077"/>
            <a:ext cx="150876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E8EEF6"/>
                </a:solidFill>
              </a:rPr>
              <a:t>Gap Analysis + Scope Estimate → chat + saved file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454896" y="1956816"/>
            <a:ext cx="146304" cy="109728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15868" y="3017520"/>
            <a:ext cx="4306824" cy="914400"/>
          </a:xfrm>
          <a:prstGeom prst="roundRect">
            <a:avLst>
              <a:gd name="adj" fmla="val 8000"/>
            </a:avLst>
          </a:prstGeom>
          <a:solidFill>
            <a:srgbClr val="A6402F"/>
          </a:solidFill>
          <a:ln w="12700">
            <a:solidFill>
              <a:srgbClr val="A640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3127248"/>
            <a:ext cx="0" cy="694944"/>
          </a:xfrm>
          <a:prstGeom prst="line">
            <a:avLst/>
          </a:prstGeom>
          <a:noFill/>
          <a:ln w="12700">
            <a:solidFill>
              <a:srgbClr val="D8938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53028" y="3108960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Ambiguities Found / Empty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653028" y="3401568"/>
            <a:ext cx="18790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E3DF"/>
                </a:solidFill>
              </a:rPr>
              <a:t>No PRD is generated from incomplete input. Clarification is requested instead.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806440" y="3108960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Reject / Fallback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806440" y="3401568"/>
            <a:ext cx="18790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E3DF"/>
                </a:solidFill>
              </a:rPr>
              <a:t>Sent back for revision; does not proceed to PRD generation.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33188" y="2651760"/>
            <a:ext cx="0" cy="36576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771132" y="2651760"/>
            <a:ext cx="0" cy="36576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11480" y="5394960"/>
            <a:ext cx="201168" cy="201168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349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Automated agent stage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0" y="5394960"/>
            <a:ext cx="201168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17520" y="5349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Deterministic logic gate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74920" y="5394960"/>
            <a:ext cx="201168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49240" y="5349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Human-in-the-loop checkpoint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06640" y="5394960"/>
            <a:ext cx="201168" cy="201168"/>
          </a:xfrm>
          <a:prstGeom prst="rect">
            <a:avLst/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80960" y="5349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Generation &amp; parallel analysis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738360" y="5394960"/>
            <a:ext cx="201168" cy="201168"/>
          </a:xfrm>
          <a:prstGeom prst="rect">
            <a:avLst/>
          </a:prstGeom>
          <a:solidFill>
            <a:srgbClr val="A6402F"/>
          </a:solidFill>
          <a:ln w="12700">
            <a:solidFill>
              <a:srgbClr val="A6402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012680" y="5349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Exit path — needs clarification / revision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11480" y="598932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</a:rPr>
              <a:t>Orchestration pattern: Sequential Pipeline, with a deterministic quality gate for branching and a parallel fan-out (Gap Analysis + Scope Estimation) after Story Breakdown.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2026-09-13T09:56:26Z</dcterms:created>
  <dcterms:modified xsi:type="dcterms:W3CDTF">2026-09-13T09:56:26Z</dcterms:modified>
</cp:coreProperties>
</file>