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058400" cy="15544800"/>
  <p:notesSz cx="155448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980" y="-1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874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PRD Genie — Low-Level Design (LLD)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Component-level view of the built Langflow graph, including the routing logic and human review gate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377440" y="1188720"/>
            <a:ext cx="2468880" cy="685800"/>
          </a:xfrm>
          <a:prstGeom prst="roundRect">
            <a:avLst>
              <a:gd name="adj" fmla="val 9333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68880" y="1243584"/>
            <a:ext cx="2286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 Input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504188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Playground: typed transcript / notes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212080" y="1188720"/>
            <a:ext cx="2468880" cy="685800"/>
          </a:xfrm>
          <a:prstGeom prst="roundRect">
            <a:avLst>
              <a:gd name="adj" fmla="val 9333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0" y="1243584"/>
            <a:ext cx="2286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Transcript Input (Read File)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504188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sample_meeting_transcripts.txt / stakeholder_notes.txt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57016" y="1874520"/>
            <a:ext cx="109728" cy="27432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91656" y="1874520"/>
            <a:ext cx="109728" cy="27432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148840"/>
            <a:ext cx="28346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286000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17520" y="2340864"/>
            <a:ext cx="40233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Requirement Extractor Agent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601468"/>
            <a:ext cx="4023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LLM: gpt-4o-mini  |  Output Schema defined  |  Structured Response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74336" y="2971800"/>
            <a:ext cx="109728" cy="32004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3291840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17520" y="3346704"/>
            <a:ext cx="402336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PRD Genie Router (Python)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3649370"/>
            <a:ext cx="4023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Normalizes payload  →  evaluates extraction_status + 5 business-rule checks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A6402F"/>
          </a:solidFill>
          <a:ln w="12700">
            <a:solidFill>
              <a:srgbClr val="A6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581144"/>
            <a:ext cx="24688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Empty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20717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extraction_status = "empty"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03320" y="452628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94760" y="4581144"/>
            <a:ext cx="24688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Ambiguities Found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4820717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insufficient / contradiction / blocking gap / no reqs / high ambiguity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75120" y="452628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581144"/>
            <a:ext cx="24688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Approved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820717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all 5 checks pass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0" y="4069080"/>
            <a:ext cx="0" cy="18288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57400" y="4251960"/>
            <a:ext cx="29718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2536" y="4251960"/>
            <a:ext cx="109728" cy="27432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4069080"/>
            <a:ext cx="0" cy="18288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4251960"/>
            <a:ext cx="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74336" y="4251960"/>
            <a:ext cx="109728" cy="27432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4069080"/>
            <a:ext cx="0" cy="18288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4251960"/>
            <a:ext cx="29718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46136" y="4251960"/>
            <a:ext cx="109728" cy="27432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548640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5541264"/>
            <a:ext cx="24688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 Output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573877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Displayed in Playground — pipeline ends here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703320" y="548640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794760" y="5541264"/>
            <a:ext cx="24688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 Output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3794760" y="573877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Flagged content shown for stakeholder follow-up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002536" y="5166360"/>
            <a:ext cx="109728" cy="32004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74336" y="5166360"/>
            <a:ext cx="109728" cy="32004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6355080"/>
            <a:ext cx="3657600" cy="868680"/>
          </a:xfrm>
          <a:prstGeom prst="roundRect">
            <a:avLst>
              <a:gd name="adj" fmla="val 7368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63640" y="6409944"/>
            <a:ext cx="34747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Human Input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6263640" y="6754673"/>
            <a:ext cx="3474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EEEEEE"/>
                </a:solidFill>
              </a:rPr>
              <a:t>Form: review extracted requirements  |  Actions: Approve / Reject  |  Timeout 2 min → Fallback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7946136" y="5166360"/>
            <a:ext cx="109728" cy="118872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29000" y="754380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520440" y="7598664"/>
            <a:ext cx="301752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 Output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3520440" y="779617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Reject / Fallback — sent back for revision, pipeline ends here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001000" y="7223760"/>
            <a:ext cx="0" cy="16459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0" y="7388352"/>
            <a:ext cx="29718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74336" y="7388352"/>
            <a:ext cx="109728" cy="155448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26080" y="8458200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017520" y="8513064"/>
            <a:ext cx="40233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PRD Generator Agent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3017520" y="8773668"/>
            <a:ext cx="4023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LLM: gpt-4o-mini  |  Tool: PRD Template (Read File → prd_template.md)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946136" y="7223759"/>
            <a:ext cx="86868" cy="1143001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60620" y="8302752"/>
            <a:ext cx="29718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9418320"/>
            <a:ext cx="2468880" cy="548640"/>
          </a:xfrm>
          <a:prstGeom prst="roundRect">
            <a:avLst>
              <a:gd name="adj" fmla="val 11667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468880" y="9473184"/>
            <a:ext cx="22860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Write File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2468880" y="967069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Storage: Local  |  .txt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212080" y="9418320"/>
            <a:ext cx="2468880" cy="548640"/>
          </a:xfrm>
          <a:prstGeom prst="roundRect">
            <a:avLst>
              <a:gd name="adj" fmla="val 11667"/>
            </a:avLst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303520" y="9473184"/>
            <a:ext cx="22860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 Output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5303520" y="967069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"PRD Generator Output" displayed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029200" y="9144000"/>
            <a:ext cx="0" cy="13716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11880" y="9281160"/>
            <a:ext cx="14173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57016" y="9253728"/>
            <a:ext cx="109728" cy="13716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0" y="9144000"/>
            <a:ext cx="0" cy="13716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029200" y="9281160"/>
            <a:ext cx="14173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91656" y="9281160"/>
            <a:ext cx="109728" cy="13716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26080" y="10332720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017520" y="10387584"/>
            <a:ext cx="40233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Story Breakdown Agent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3017520" y="10648188"/>
            <a:ext cx="4023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LLM: gpt-4o-mini  |  Output: Epics → Features → "As a / I want / so that" stories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377440" y="11292840"/>
            <a:ext cx="2468880" cy="548640"/>
          </a:xfrm>
          <a:prstGeom prst="roundRect">
            <a:avLst>
              <a:gd name="adj" fmla="val 11667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2468880" y="11347704"/>
            <a:ext cx="22860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Write File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2468880" y="1154521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Storage: Local  |  .txt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212080" y="11292840"/>
            <a:ext cx="2468880" cy="548640"/>
          </a:xfrm>
          <a:prstGeom prst="roundRect">
            <a:avLst>
              <a:gd name="adj" fmla="val 11667"/>
            </a:avLst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303520" y="11347704"/>
            <a:ext cx="22860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 Output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5303520" y="1154521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"Story Breakdown Output" displayed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029200" y="11018520"/>
            <a:ext cx="0" cy="13716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11880" y="11155680"/>
            <a:ext cx="14173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57016" y="11155680"/>
            <a:ext cx="109728" cy="13716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029200" y="11018520"/>
            <a:ext cx="0" cy="13716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029200" y="11155680"/>
            <a:ext cx="14173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91656" y="11155680"/>
            <a:ext cx="109728" cy="13716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1520" y="1225296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22960" y="12307824"/>
            <a:ext cx="38404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Gap Analyzer Agent</a:t>
            </a:r>
            <a:endParaRPr lang="en-US" sz="1050" dirty="0"/>
          </a:p>
        </p:txBody>
      </p:sp>
      <p:sp>
        <p:nvSpPr>
          <p:cNvPr id="90" name="Text 88"/>
          <p:cNvSpPr txBox="1"/>
          <p:nvPr/>
        </p:nvSpPr>
        <p:spPr>
          <a:xfrm>
            <a:off x="822960" y="12568428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LLM: gpt-4o-mini  |  Output: Markdown gap report (blocked/missing AC/dependencies/priority)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303520" y="1225296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394960" y="12307824"/>
            <a:ext cx="38404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Scope Estimator Agent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5394960" y="12568428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LLM: gpt-4o-mini  |  Output: S/M/L/XL size + rationale + risk flag per story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029200" y="11841480"/>
            <a:ext cx="0" cy="13716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43200" y="11978640"/>
            <a:ext cx="22860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688336" y="11978640"/>
            <a:ext cx="109728" cy="27432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029200" y="11841480"/>
            <a:ext cx="0" cy="13716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029200" y="11978640"/>
            <a:ext cx="22860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0336" y="11978640"/>
            <a:ext cx="109728" cy="27432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0" y="1321308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22960" y="13267944"/>
            <a:ext cx="38404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Write File + Chat Output</a:t>
            </a:r>
            <a:endParaRPr lang="en-US" sz="1000" dirty="0"/>
          </a:p>
        </p:txBody>
      </p:sp>
      <p:sp>
        <p:nvSpPr>
          <p:cNvPr id="102" name="Text 100"/>
          <p:cNvSpPr txBox="1"/>
          <p:nvPr/>
        </p:nvSpPr>
        <p:spPr>
          <a:xfrm>
            <a:off x="822960" y="1346545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Gap report saved locally and shown in Playground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5303520" y="1321308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394960" y="13267944"/>
            <a:ext cx="38404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Write File + Chat Output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5394960" y="1346545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</a:rPr>
              <a:t>Scope estimate saved locally and shown in Playground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2688336" y="12938760"/>
            <a:ext cx="109728" cy="27432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0336" y="12938760"/>
            <a:ext cx="109728" cy="27432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57200" y="14218920"/>
            <a:ext cx="182880" cy="18288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13232" y="1417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Automated agent / input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3749040" y="14218920"/>
            <a:ext cx="18288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4005072" y="1417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Deterministic Python logic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040880" y="14218920"/>
            <a:ext cx="182880" cy="1828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296912" y="1417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Human-in-the-loop / review output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457200" y="14538960"/>
            <a:ext cx="182880" cy="182880"/>
          </a:xfrm>
          <a:prstGeom prst="rect">
            <a:avLst/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713232" y="1449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Generation agent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3749040" y="14538960"/>
            <a:ext cx="182880" cy="182880"/>
          </a:xfrm>
          <a:prstGeom prst="rect">
            <a:avLst/>
          </a:prstGeom>
          <a:solidFill>
            <a:srgbClr val="A6402F"/>
          </a:solidFill>
          <a:ln w="12700">
            <a:solidFill>
              <a:srgbClr val="A6402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005072" y="1449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Terminal / rejected path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7040880" y="14538960"/>
            <a:ext cx="182880" cy="182880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7296912" y="1449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File + chat output pair</a:t>
            </a:r>
            <a:endParaRPr lang="en-US" sz="950" dirty="0"/>
          </a:p>
        </p:txBody>
      </p:sp>
      <p:sp>
        <p:nvSpPr>
          <p:cNvPr id="121" name="Shape 14">
            <a:extLst>
              <a:ext uri="{FF2B5EF4-FFF2-40B4-BE49-F238E27FC236}">
                <a16:creationId xmlns:a16="http://schemas.microsoft.com/office/drawing/2014/main" id="{F3209883-A812-8230-EBE7-76E18247E73C}"/>
              </a:ext>
            </a:extLst>
          </p:cNvPr>
          <p:cNvSpPr/>
          <p:nvPr/>
        </p:nvSpPr>
        <p:spPr>
          <a:xfrm>
            <a:off x="4925568" y="2099462"/>
            <a:ext cx="109728" cy="228599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23" name="Shape 53">
            <a:extLst>
              <a:ext uri="{FF2B5EF4-FFF2-40B4-BE49-F238E27FC236}">
                <a16:creationId xmlns:a16="http://schemas.microsoft.com/office/drawing/2014/main" id="{06FEE962-BAF9-CF6A-A585-F9BBCEFD1602}"/>
              </a:ext>
            </a:extLst>
          </p:cNvPr>
          <p:cNvSpPr/>
          <p:nvPr/>
        </p:nvSpPr>
        <p:spPr>
          <a:xfrm>
            <a:off x="4856988" y="8289949"/>
            <a:ext cx="121920" cy="173127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E6DBF97-8D03-B921-27D4-6F43DA6A9F9D}"/>
              </a:ext>
            </a:extLst>
          </p:cNvPr>
          <p:cNvSpPr txBox="1"/>
          <p:nvPr/>
        </p:nvSpPr>
        <p:spPr>
          <a:xfrm>
            <a:off x="6954692" y="7360919"/>
            <a:ext cx="573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Reject</a:t>
            </a:r>
            <a:endParaRPr lang="en-IN" sz="12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E0D8CF2-ABC5-EFA3-8492-B61FA3E4E6B6}"/>
              </a:ext>
            </a:extLst>
          </p:cNvPr>
          <p:cNvSpPr txBox="1"/>
          <p:nvPr/>
        </p:nvSpPr>
        <p:spPr>
          <a:xfrm>
            <a:off x="7040880" y="8255268"/>
            <a:ext cx="710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Approve</a:t>
            </a:r>
            <a:endParaRPr lang="en-IN" sz="1200" dirty="0"/>
          </a:p>
        </p:txBody>
      </p:sp>
      <p:sp>
        <p:nvSpPr>
          <p:cNvPr id="128" name="Shape 53">
            <a:extLst>
              <a:ext uri="{FF2B5EF4-FFF2-40B4-BE49-F238E27FC236}">
                <a16:creationId xmlns:a16="http://schemas.microsoft.com/office/drawing/2014/main" id="{49990F82-00BE-2D4D-2AA4-DEDF8E4505DE}"/>
              </a:ext>
            </a:extLst>
          </p:cNvPr>
          <p:cNvSpPr/>
          <p:nvPr/>
        </p:nvSpPr>
        <p:spPr>
          <a:xfrm>
            <a:off x="4957572" y="10168127"/>
            <a:ext cx="121920" cy="173127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30" name="Shape 66">
            <a:extLst>
              <a:ext uri="{FF2B5EF4-FFF2-40B4-BE49-F238E27FC236}">
                <a16:creationId xmlns:a16="http://schemas.microsoft.com/office/drawing/2014/main" id="{478C3E2D-2CF6-9926-8CF6-2D7C24E6D481}"/>
              </a:ext>
            </a:extLst>
          </p:cNvPr>
          <p:cNvSpPr/>
          <p:nvPr/>
        </p:nvSpPr>
        <p:spPr>
          <a:xfrm>
            <a:off x="3617976" y="10146791"/>
            <a:ext cx="14173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132" name="Shape 69">
            <a:extLst>
              <a:ext uri="{FF2B5EF4-FFF2-40B4-BE49-F238E27FC236}">
                <a16:creationId xmlns:a16="http://schemas.microsoft.com/office/drawing/2014/main" id="{38C788ED-68C4-3E43-3D5C-546F226DD553}"/>
              </a:ext>
            </a:extLst>
          </p:cNvPr>
          <p:cNvSpPr/>
          <p:nvPr/>
        </p:nvSpPr>
        <p:spPr>
          <a:xfrm>
            <a:off x="5035296" y="10146791"/>
            <a:ext cx="14173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138" name="Shape 67">
            <a:extLst>
              <a:ext uri="{FF2B5EF4-FFF2-40B4-BE49-F238E27FC236}">
                <a16:creationId xmlns:a16="http://schemas.microsoft.com/office/drawing/2014/main" id="{294F4FD9-0CCC-9B32-BE39-7906987990FB}"/>
              </a:ext>
            </a:extLst>
          </p:cNvPr>
          <p:cNvSpPr/>
          <p:nvPr/>
        </p:nvSpPr>
        <p:spPr>
          <a:xfrm>
            <a:off x="3590544" y="10018776"/>
            <a:ext cx="109728" cy="13716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40" name="Shape 67">
            <a:extLst>
              <a:ext uri="{FF2B5EF4-FFF2-40B4-BE49-F238E27FC236}">
                <a16:creationId xmlns:a16="http://schemas.microsoft.com/office/drawing/2014/main" id="{14306568-C7A3-FD8F-9FE8-F35A6CFF22A6}"/>
              </a:ext>
            </a:extLst>
          </p:cNvPr>
          <p:cNvSpPr/>
          <p:nvPr/>
        </p:nvSpPr>
        <p:spPr>
          <a:xfrm>
            <a:off x="6412992" y="9999878"/>
            <a:ext cx="109728" cy="137160"/>
          </a:xfrm>
          <a:prstGeom prst="down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332</Words>
  <Application>Microsoft Office PowerPoint</Application>
  <PresentationFormat>Custom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sudharsan balakrishnan</cp:lastModifiedBy>
  <cp:revision>2</cp:revision>
  <dcterms:created xsi:type="dcterms:W3CDTF">2026-09-13T09:57:16Z</dcterms:created>
  <dcterms:modified xsi:type="dcterms:W3CDTF">2026-10-21T07:45:11Z</dcterms:modified>
</cp:coreProperties>
</file>